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731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📈 Strategiportföljen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AD8F7"/>
                </a:solidFill>
              </a:rPr>
              <a:t>Din personliga aktieportfölj — ett cockpit, inte ett kalkylblad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Kursmaterial för nybörjare · Version 3.0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Byggd för Martin · Strategi från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Kursöversikt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Vad du lär dig under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Vad är 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Syfte, plattform och teknik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Kom igång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Importera Avanzafiler och se din portfölj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 och signaler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Nyckeltal, signalband och signaler-fliken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Kategorier och strategi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 6 kategorierna, MA200 och ombalansering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Innehav i detalj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Tabellvy, sorterat, FX och andel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MA200 och Alpha 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Automatisk hämtning av teknisk analys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Kassa och ISK-skatt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Likviditet, konton och skatteprognos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Backup och underhåll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Excel-export, återställning och veckorutin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1 — Vad är appen?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Syfte, plattform och teknik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En HTML-fil som öppnas i webbläsaren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Inga installationer, inga inloggningar — öppna filen i Safari eller Chrome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All data sparas lokalt i webbläsaren (localStorage) — ingen server, ingen moln-synk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Fungerar på iPad, iPhone och dator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Publicerad på GitHub Pages — tillgänglig via URL när du bokmärkt sidan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Syfte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Följa din portfölj veckovis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Hantera MA200-signaler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Hålla koll på kategorivikter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Se FX-exponering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Planera ombalansering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112471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Viktigt att veta 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synkroniseras INTE automatiskt mellan iPad och dator. Använd Excel-export (knappen uppe till höger) för att flytta data. Exportera backup regelbundet!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2 — Kom igång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Importera filer från Avanza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Öppna avanza.se i Safari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Inte Avanza-appen — den saknar exportfunktion. Logga in på avanza.se.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854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positionsfiler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Innehav → Exportera → välj alla konton. Fil: positioner_DATUM.csv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transaktionsfil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Transaktioner → Exportera. Välj så brett datumintervall som möjligt.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Importera i appen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Gå till fliken Importera. Dra filerna till respektive ruta eller klicka för att välja.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657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Kontrollera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Portföljvärde, kategorivikter och signaler ska nu synas korrekt.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— Dashboard och 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Portföljens kontrollpanel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💰 Totalt portföljvärde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Summa av alla innehav + kassa. Badge visar "Manuell baslinje aktiv" om du angett 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📊 Periodutveckling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inkl. och exkl. insättningar för vald period. ▼ Visa beräkningsunderlag.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🔴 Signalband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Rött band visas om det finns säljsignaler, nödutgångar eller ombalanseringsbehov. Klicka → Signaler-fliken.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258568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🥧 Kategoridonut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Fördelning per kategori + kassa som grå sektor. Ge en snabb bild av viktbalansen.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64008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💱 FX-exponering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Andel av portföljen i SEK, USD, EUR m.m. som donut och färgade pills.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328415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📉 Avkastningsstaplar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Horisontella staplar per kategori för vald period. Grön = plus, röd = minus.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— Kategorier och 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De 6 kategorierna och MA200-reglerna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⚓ Ankaret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Indexfonder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Kassaflödet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20–25%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Utdelningsaktier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53949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Infrastrukturen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AI-hårdvara/chip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3949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Hjärnan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AI-mjukvara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53949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🛡️ Skölden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Försvarsindustri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5394960" cy="3657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Berättelser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0–5%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Kryddor/teman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(forts.) — MA200-signaler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Tvådagarsregel och nödutgångar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286000" cy="7589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Grön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över MA200. Håll kvar.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Gul / Gummiband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042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&gt;15% ovanför MA200 — kurs kan vara sträckt. Ingen säljsignal.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8376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Röd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912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MA200 i 2 dagar i rad. Säljsignal aktiverad (kat. 3–6).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95344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78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🛑 Nödutgång hård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78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3–6). Byt till Ankaret.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82312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82312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65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Nödutgång mjuk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65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1–2). Analysera, panikhandla inte.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MA200 hämtas automatiskt via Alpha Vantage API. Ange ticker per aktie under Innehav → 📡 Tickers &amp; MA200 och klicka "Uppdatera alla MA200".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5 — Innehav i detalj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Tabellvy, sortering och koncentrationsrisk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Namn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Aktiens namn + eventuell anteckning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Vilken av de 6 kategorierna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Valuta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SEK, USD, EUR m.m.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Antal &amp; GAV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Antal aktier och genomsnittligt anskaffningsvärde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Kurs (SEK/Lokal)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Pris i SEK + lokal valuta för utländska aktier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MA200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200-dagars glidande medel + gummiband-indikator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Grön / Gul / Röd + nödutgångsbadge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Vikt i portföljen — gul &gt;8%, orange &gt;12%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Klicka på kolumnrubrik för att sortera. På iPad visas mobilkort — samma info, optimerad för pekskärm.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6 — Alpha Vantage &amp; automatisk MA200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Så hämtar du MA200 med ett knapptryck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Skaffa API-nyckel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Gå till alphavantage.co/support/#api-key — registrera och kopiera din gratis-nyckel.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nyckel i 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Innehav → 📡 Tickers &amp; MA200 → klistra in nyckeln i fältet "Alpha Vantage API-nyckel".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eller sök tickers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Skriv tickern direkt (t.ex. NVDA, SAAB-B.STO) ELLER klicka 🔍 och sök på bolagsnamnet.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Välj rätt träff vid sökning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Titta på börs och valuta i listan. Välj den som stämmer med din portfölj (SEK för svenska aktier).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Spara och hämta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Klicka "💾 Spara tickers" och sedan "📡 Hämta MA200 för alla". Vänta ca 15s/aktie.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Kontrollera resultatet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Grön ✓ = hämtad. Röd ⚠ = fel ticker eller fel valuta — använd 🔍 för att hitta rätt symbol.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7 — Kassa och ISK-skatt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Likviditet, konton och skatteprognos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💵 Kassahantering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Positionskassa — hämtas automatiskt från Avanzas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"Tillgängligt för köp" — ange manuellt för konton som saknas i positionsfilen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De två adderas — ange INTE hela saldot manuellt om positionsfilen redan täcker det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visas som grå sektor i kategoridonuten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Kassakonton (ISK, AF, Sparkonto) kan anges separat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📋 ISK-skatteprognos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→ ISK/KF-skatt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Kapitalunderlag = snitt av Q1–Q4 + H1-insättningar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Schablonintäkt = Underlag × (SLR + 1%)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Beräknad skatt = Schablonintäkt × 30%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Insättningstajming: bättre att sätta in EFTER kvartalsskifte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Round-trip varning om uttag + insättning samma 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Kvartalsvärden hämtas automatiskt från importerade historikpunkter. Importera positionsfiler vid kvartalsskiftena för bästa precision.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8 — Backup och veckorutin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Säkerhetskopiera och håll portföljen uppdaterad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📦 Backup &amp; återställning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Klicka "Excel" uppe till höger — exporterar 7 ark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Innehav · Transaktioner · Beslutslogg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Sammanfattning · Historik · Kassa ·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Återställ via Importera → Backup &amp; Återställning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Exportera minst en gång i veckan vid import!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Om webbhistorik rensas försvinner all data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Flytta data mellan iPad ↔ dator med backup-filen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📅 Veckorutin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1. Öppna avanza.se i Safari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2. Exportera ny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3. Exportera transaktioner (om du gjort affärer)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4. Importera filerna i appen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5. Kontrollera signalbandet på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6. Om signaler: gå till Signaler-fliken och agera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7. Kontrollera ombalanseringsbehov i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8. Uppdatera MA200 via 📡 om kurser rört sig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9. Exportera Excel-backup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10. Skriv en notering i Beslutsloggen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Appendix — Kontrollräkna för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Formlerna bakom varje siffra i 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Portföljvärde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Σ (Antal × Kurs i SEK) + Kassa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Antal × Aktuell kurs − Antal × GAV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(Aktuell kurs − GAV) / GAV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Bolagsvinst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(Lokal kurs nu − GAV lokal) × Antal × Aktuell FX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Valutavinst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Total vinst (SEK) − Bolagsvinst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Nuvärd − Startvärde − Nettoinflöde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/ (Startvärde + Nettoinflöde)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Ombalansering (kr)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(Målmitten% − Nuv.vikt%) × Totalt portföljvärde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ISK-kapitalunderlag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(Q1 + Q2 + Q3 + Q4) / 4 + H1-insättningar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ISK-skatt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Underlag × (SLR + 1%) × 30%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Du är redo att använda appen!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Kom ihåg: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Importera ny positionsfil varje vecka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Exportera Excel-backup direkt efter import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Kontrollera Signaler-fliken — agera om rött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Uppdatera MA200 via Alpha Vantage regelbundet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Ange rätt ticker — använd 🔍 om du är osäker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Strategiportföljen v3.0 · Byggd för Martin · Strategi från januari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