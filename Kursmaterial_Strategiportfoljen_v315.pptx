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3.151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v3.15)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Nyheter i version 3.15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A5E9"/>
                </a:solidFill>
              </a:rPr>
              <a:t>Kontohantering, allow-list och buggfixar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Allow-list-import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Enbart de 6 konfigurerade kontona importeras — okänd data filtreras automatiskt.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Sparkonto alltid i Avstämning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2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Avanza Sparande Martin visas alltid i Saldon per konto, med ledtext om saldo saknas.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Kontonummer under kontonamn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Lättare att matcha appens rader mot rätt konto i Avanza Min ekonomi.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Kassa-dropdown — alltid 6 konton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8036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Alla konton visas oavsett om transaktionsfil är importerad.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Buggfix: exakt kontoidentifiering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Liknamnda konton visas inte längre som duplikat — exakt matchning provas först.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iOS-kompatibla importknappar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label+for-element ger pålitlig filväljare i Safari på iPad.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för nybörjare · v3.15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Dashboard, kontoregister, importguide och förbättrad avstämning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Nytt portföljdiagram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Interaktivt med period, valbara serier (portfölj/nettoinsatt/nettoresultat/kategorier) och linje/stapel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Auto-synkar kontonamn vid namnbyte i Avanza — tidigare namn sparas med 🔁-historik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Importordningsguide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76856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Steg-för-steg-guide med live-status ✅/⚠️/⬜ på Importera-fliken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Importvarning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52344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Inköpskurser blockeras med tydligt felmeddelande om positioner saknas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Förbättrad diff-wizard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27832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 2: exakt Avanza-navigering. Steg 3: prioriterad beslutsgraf istället för platt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Bättre nyckeltalskort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Ikoner och pedagogisk förklaringstext per kort på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Inställningar-sektion och förbättrad Kassa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Kontokonfiguration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9844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Lägg till/redigera/ta bort Avanza-konton från UI — ingen kodredigering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Kategori-editor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3736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Ersätter prompt()-dialoger med visuellt inline-formulär (emoji, färg, vikter, signal)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Strategiparametrar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76272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MA200-gränser, nödutgång, ombalansering och koncentrationsrisk — konfigurerbara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Profil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15184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Redigerbara fält för namn och strategi-titel som används i exporter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Värdepappersfilter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54096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Exkludera VP/konton vid import — redigerbara listor i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Export/import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9300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Flytta hela strategikonfigurationen mellan enheter som JSON-fil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Kassa inline-inmatning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3192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Alla konton alltid synliga, inmatning direkt per rad — inget separat formulär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Ny Översikt-flik — cockpit med signaler, nyckeltal och portfölj-accordion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Ny Översikt-flik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9844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Startsida ombyggd till cockpit — period-väljare (1D–Allt) styr hela appen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Cockpit: 4 nyckeltal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3736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Portföljvärde, periodsavkastning, nettoinsatt kapital och tillgänglig likviditet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Portfölj-accordion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76272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Alla innehav per kategori, fällbara sektioner, inline MA200-redigering direkt i listan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Signal-pills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15184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Grön/gul/röd plupp med tooltip per innehav — följer tvådagarsregeln för kat. 3–6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Kategori-donut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54096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Fördelningsdiagram med signalcirkel, pil och viktbalans-signal i legenden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Navigation 5 flikar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9300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Översikt · Portfölj · Signaler · Kategorier · Mer — tydligare struktur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Fix: interna överföringar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3192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Kontoöverföringar mellan egna Avanza-konton räknas inte som insatt kapital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