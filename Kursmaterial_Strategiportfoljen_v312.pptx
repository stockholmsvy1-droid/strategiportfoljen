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9" r:id="rId20"/>
    <p:sldId id="270" r:id="rId21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5176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📈 Strategiportföljen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AD8F7"/>
                </a:solidFill>
              </a:rPr>
              <a:t>Din personliga aktieportfölj — ett cockpit, inte ett kalkylblad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3C5FD"/>
                </a:solidFill>
              </a:rPr>
              <a:t>Kursmaterial för nybörjare · Version 3.121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Byggd för Martin · Strategi från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Kursöversikt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Vad du lär dig under kursen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Vad är appen?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Syfte, plattform och teknik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34440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930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271016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Kom igång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Importera Avanzafiler och se din portfölj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Dashboard och signaler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Nyckeltal, signalband och signaler-fliken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892808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1892808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9476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29384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Kategorier och strategi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212848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De 6 kategorierna, MA200 och ombalansering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Innehav i detalj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Tabellvy, sorterat, FX och andel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551176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606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258775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MA200 och Alpha Vantage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871216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Automatisk hämtning av teknisk analys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Kassa och ISK-skatt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Likviditet, konton och skatteprognos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209544"/>
            <a:ext cx="54864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3209544"/>
            <a:ext cx="45720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264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A5E9"/>
                </a:solidFill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32461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Backup och underhåll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12280" y="35295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Excel-export, återställning och veckorutin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1 — Vad är appen?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Syfte, plattform och teknik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3A5F"/>
                </a:solidFill>
              </a:rPr>
              <a:t>En HTML-fil som öppnas i webbläsaren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Inga installationer, inga inloggningar — öppna filen i Safari eller Chrome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All data sparas lokalt i webbläsaren (localStorage) — ingen server, ingen moln-synk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Fungerar på iPad, iPhone och dator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Publicerad på GitHub Pages — tillgänglig via URL när du bokmärkt sidan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Syfte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69164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Följa din portfölj veckovis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Hantera MA200-signaler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Hålla koll på kategorivikter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Se FX-exponering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E293B"/>
                </a:solidFill>
              </a:rPr>
              <a:t>• Planera ombalansering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60520"/>
            <a:ext cx="1124712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Viktigt att veta 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Data synkroniseras INTE automatiskt mellan iPad och dator. Använd Excel-export (knappen uppe till höger) för att flytta data. Exportera backup regelbundet!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2 — Kom igång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Importera filer från Avanza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Öppna avanza.se i Safari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361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Inte Avanza-appen — den saknar exportfunktion. Logga in på avanza.se.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854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positionsfiler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963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Innehav → Exportera → välj alla konton. Fil: positioner_DATUM.csv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502920" cy="685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00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14553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Exportera transaktionsfil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564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Min ekonomi → Transaktioner → Exportera. Välj så brett datumintervall som möjligt.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6908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1056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Importera i appen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Gå till fliken Importera. Dra filerna till respektive ruta eller klicka för att välja.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50292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06577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Kontrollera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76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Portföljvärde, kategorivikter och signaler ska nu synas korrekt.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(nytt i v3.12) — Kategoriutveckling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Varje kategoris värde, kr och % samlade på ett ställe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Det nya Kategoriutvecklingskortet på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4592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Placerat direkt under Periodutveckling-kortet — alltid i sikte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Visar aktuellt värde (kr) per kategori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kronor — röd/grön färgkod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Förändring i procent — badge med +/−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Kategorins andel av hela portföljen (inkl. kassa)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• Sortering: störst absolut förändring i kronor överst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26280"/>
            <a:ext cx="6858000" cy="14630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💡 Smart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Om perioden saknar historikdata används orealiserad vinst sedan köp (GAV) som jämförelsebas. Tabellen är alltid synlig — oavsett period.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931920" cy="48006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3931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2161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Kolumnerna i tabellen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169164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755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0391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Namn + mini-stapel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246888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Värde 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8163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Marknadsvärde i kr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24612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310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(kr)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59359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+/- i kronor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023360"/>
            <a:ext cx="3931920" cy="713232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4087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Förändring (%)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370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Badge med procent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4800600"/>
            <a:ext cx="39319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8646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Andel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14807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 hela portföljen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Kategori-nyckeltalskort (nytt)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Avkastning per kategori direkt i nyckeltal-raden — utan ett klick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</a:rPr>
              <a:t>Varje kategori får ett eget kort i nyckeltal-raden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64208"/>
            <a:ext cx="7132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Placerat direkt till höger om de globala korten (portföljvärde, avkastning etc.)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Visar: kategoriemoji + namn, aktuellt värde (kr), netto-avkastning (kr), netto-avkastning (%)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Följer vald period — uppdateras automatiskt vid periodbyte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Fallback: om historikdata saknas för perioden visas orealiserad vinst sedan köp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</a:rPr>
              <a:t>• Etikett under siffrorna: "30D" resp. "sedan köp" talar om vilken bas som gäller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4864" cy="1417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⚓ Ankaret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350 000 kr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+2 100 kr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+0,6%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251960"/>
            <a:ext cx="54864" cy="14173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9572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💰 Kassaflödet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210 000 kr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+4 800 kr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+2,3%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251960"/>
            <a:ext cx="54864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⚙️ Infrastrukturen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162 000 kr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+12 400 kr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+8,3%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596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251960"/>
            <a:ext cx="54864" cy="14173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🧠 Hjärnan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88 000 kr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−8 900 kr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−9,2%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251960"/>
            <a:ext cx="54864" cy="14173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5644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🛡️ Skölden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644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95 000 kr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+3 300 kr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+3,6%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5644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66960" y="4251960"/>
            <a:ext cx="17373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251960"/>
            <a:ext cx="54864" cy="141732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76688" y="432511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✨ Berättelser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463600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36 000 kr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76688" y="491032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−1 200 kr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518464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−3,2%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76688" y="5422392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30D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3 — Dashboard och 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Portföljens kontrollpanel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💰 Totalt portföljvärde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Summa av alla innehav + kassa. Badge visar "Manuell baslinje aktiv" om du angett 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64008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24358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📊 Periodutveckling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536192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inkl. och exkl. insättningar för vald period. ▼ Visa beräkningsunderlag.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258568"/>
            <a:ext cx="64008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🔴 Signalband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Rött band visas om det finns säljsignaler, nödutgångar eller ombalanseringsbehov. Klicka → Signaler-fliken.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258568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258568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31343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🥧 Kategoridonut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606039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Fördelning per kategori + kassa som grå sektor. Ge en snabb bild av viktbalansen.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5"/>
            <a:ext cx="64008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💱 FX-exponering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Andel av portföljen i SEK, USD, EUR m.m. som donut och färgade pills.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328415"/>
            <a:ext cx="53035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328415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38327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📉 Avkastningsstaplar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675887"/>
            <a:ext cx="5102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Horisontella staplar per kategori för vald period. Grön = plus, röd = minus.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— Kategorier och strategi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De 6 kategorierna och MA200-reglerna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⚓ Ankaret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35–40%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Indexfonder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💰 Kassaflödet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126187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20–25%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Utdelningsaktier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Säljs aldrig vid dipp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51760"/>
            <a:ext cx="53949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Infrastrukturen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15–20%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AI-hårdvara/chip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394960" cy="3657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6974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🧠 Hjärnan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72491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108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AI-mjukvara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4114800"/>
            <a:ext cx="5394960" cy="3657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🛡️ Skölden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8–12%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Försvarsindustri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5394960" cy="36576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✨ Berättelser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4187952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0–5%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Kryddor/teman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4846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MA200 + tvådagarsregel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4 (forts.) — MA200-signaler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Tvådagarsregel och nödutgångar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2286000" cy="758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🟢 Grön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över MA200. Håll kvar.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21408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🟡 Gul / Gummiband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0428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&gt;15% ovanför MA200 — kurs kan vara sträckt. Ingen säljsignal.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08376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08376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19125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🔴 Röd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191256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MA200 i 2 dagar i rad. Säljsignal aktiverad (kat. 3–6).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95344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95344"/>
            <a:ext cx="2286000" cy="758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78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🛑 Nödutgång hård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078224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3–6). Byt till Ankaret.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82312"/>
            <a:ext cx="1133856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782312"/>
            <a:ext cx="2286000" cy="7589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65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Nödutgång mjuk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965192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</a:rPr>
              <a:t>Kurs under 90% av GAV (kat. 1–2). Analysera, panikhandla inte.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MA200 hämtas automatiskt via Alpha Vantage API. Ange ticker per aktie under Innehav → 📡 Tickers &amp; MA200 och klicka "Uppdatera alla MA200".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5 — Innehav i detalj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Tabellvy, sortering och koncentrationsrisk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Namn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Aktiens namn + eventuell anteckning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Kategori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Vilken av de 6 kategorierna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Valuta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SEK, USD, EUR m.m.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Antal &amp; GAV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97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Antal aktier och genomsnittligt anskaffningsvärde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Kurs (SEK/Lokal)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Pris i SEK + lokal valuta för utländska aktier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383280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MA200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200-dagars glidande medel + gummiband-indikator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Grön / Gul / Röd + nödutgångsbadge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4480559"/>
            <a:ext cx="5394960" cy="978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57199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892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Vikt i portföljen — gul &gt;8%, orange &gt;12%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Klicka på kolumnrubrik för att sortera. På iPad visas mobilkort — samma info, optimerad för pekskärm.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6 — Alpha Vantage &amp; automatisk MA200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Så hämtar du MA200 med ett knapptryck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Skaffa API-nyckel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Gå till alphavantage.co/support/#api-key — registrera och kopiera din gratis-nyckel.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2801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nyckel i 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66420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Innehav → 📡 Tickers &amp; MA200 → klistra in nyckeln i fältet "Alpha Vantage API-nyckel".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Ange eller sök tickers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Skriv tickern direkt (t.ex. NVDA, SAAB-B.STO) ELLER klicka 🔍 och sök på bolagsnamnet.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65176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65176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9923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7432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Välj rätt träff vid sökning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12724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Titta på börs och valuta i listan. Välj den som stämmer med din portfölj (SEK för svenska aktier).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Spara och hämta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Klicka "💾 Spara tickers" och sedan "📡 Hämta MA200 för alla". Vänta ca 15s/aktie.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114800"/>
            <a:ext cx="539496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114800"/>
            <a:ext cx="594360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4622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062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Kontrollera resultatet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590288"/>
            <a:ext cx="4572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Grön ✓ = hämtad. Röd ⚠ = fel ticker eller fel valuta — använd 🔍 för att hitta rätt symbol.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7 — Kassa och ISK-skatt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Likviditet, konton och skatteprognos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💵 Kassahantering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Positionskassa — hämtas automatiskt från Avanzas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"Tillgängligt för köp" — ange manuellt för konton som saknas i positionsfilen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De två adderas — ange INTE hela saldot manuellt om positionsfilen redan täcker det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visas som grå sektor i kategoridonuten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Kassakonton (ISK, AF, Sparkonto) kan anges separat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📋 ISK-skatteprognos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Kassa → ISK/KF-skatt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Kapitalunderlag = snitt av Q1–Q4 + H1-insättningar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Schablonintäkt = Underlag × (SLR + 1%)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Beräknad skatt = Schablonintäkt × 30%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Insättningstajming: bättre att sätta in EFTER kvartalsskifte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Round-trip varning om uttag + insättning samma år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💡 Kvartalsvärden hämtas automatiskt från importerade historikpunkter. Importera positionsfiler vid kvartalsskiftena för bästa precision.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 8 — Backup och veckorutin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Säkerhetskopiera och håll portföljen uppdaterad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📦 Backup &amp; återställning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Klicka "Excel" uppe till höger — exporterar 7 ark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Innehav · Transaktioner · Beslutslogg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Sammanfattning · Historik · Kassa ·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Återställ via Importera → Backup &amp; Återställning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Exportera minst en gång i veckan vid import!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Om webbhistorik rensas försvinner all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Flytta data mellan iPad ↔ dator med backup-filen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📅 Veckorutin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1. Öppna avanza.se i Safari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2. Exportera ny positionsfil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3. Exportera transaktioner (om du gjort affärer)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4. Importera filerna i appen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5. Kontrollera signalbandet på Dashboard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6. Om signaler: gå till Signaler-fliken och agera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7. Kontrollera ombalanseringsbehov i Kategorier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8. Uppdatera MA200 via 📡 om kurser rört sig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9. Exportera Excel-backup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E293B"/>
                </a:solidFill>
              </a:rPr>
              <a:t>• 10. Skriv en notering i Beslutsloggen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Kontrollräkna för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AD8F7"/>
                </a:solidFill>
              </a:rPr>
              <a:t>Formlerna bakom varje siffra i appen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Strategiportföljen — Kursmaterial för nybörjare · v3.0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Portföljvärde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Σ (Antal × Kurs i SEK) + Kassa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527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(kr)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Antal × Aktuell kurs − Antal × GAV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Vinst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(Aktuell kurs − GAV) / GAV × 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1671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Bolagsvinst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(Lokal kurs nu − GAV lokal) × Antal × Aktuell 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FX — Valutavinst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Total vinst (SEK) − Bolagsvinst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0175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08152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(kr)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015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Nuvärd − Startvärde − Nettoinflöde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Periodens avkastning (%)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Avkastning / (Startvärde + Nettoinflöde) × 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319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95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Ombalansering (kr)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315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(Målmitten% − Nuv.vikt%) × Totalt portföljvärde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ISK-kapitalunderlag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(Q1 + Q2 + Q3 + Q4) / 4 + H1-insättningar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46320"/>
            <a:ext cx="53949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9103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ISK-skatt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Underlag × (SLR + 1%) × 30%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73152" cy="2286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Du är redo att använda appen!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A5E9"/>
                </a:solidFill>
              </a:rPr>
              <a:t>Kom ihåg: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Importera ny positionsfil varje vecka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Exportera Excel-backup direkt efter import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Kontrollera Signaler-fliken — agera om rött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Uppdatera MA200 via Alpha Vantage regelbundet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E2E8F0"/>
                </a:solidFill>
              </a:rPr>
              <a:t>• Ange rätt ticker — använd 🔍 om du är osäker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</a:rPr>
              <a:t>Strategiportföljen v3.0 · Byggd för Martin · Strategi från januari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Nyheter i version 3.12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A5E9"/>
                </a:solidFill>
              </a:rPr>
              <a:t>Kontohantering, allow-list och buggfixar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Allow-list-import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3716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Enbart de 6 konfigurerade kontona importeras — okänd data filtreras automatiskt.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Sparkonto alltid i Avstämning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7452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Avanza Sparande Martin visas alltid i Saldon per konto, med ledtext om saldo saknas.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Kontonummer under kontonamn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7744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Lättare att matcha appens rader mot rätt konto i Avanza Min ekonomi.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Kassa-dropdown — alltid 6 konton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88036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Alla konton visas oavsett om transaktionsfil är importerad.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Buggfix: exakt kontoidentifiering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38328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Liknamnda konton visas inte längre som duplikat — exakt matchning provas först.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EA5E9"/>
                </a:solidFill>
              </a:rPr>
              <a:t>iOS-kompatibla importknappar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86200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2E8F0"/>
                </a:solidFill>
              </a:rPr>
              <a:t>label+for-element ger pålitlig filväljare i Safari på iPad.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för nybörjare · v3.12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Dashboard, kontoregister, importguide och förbättrad avstämning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Nytt portföljdiagram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2588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Interaktivt med period, valbara serier (portfölj/nettoinsatt/nettoresultat/kategorier) och linje/stapel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01368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Auto-synkar kontonamn vid namnbyte i Avanza — tidigare namn sparas med 🔁-historik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76856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Importordningsguide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76856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Steg-för-steg-guide med live-status ✅/⚠️/⬜ på Importera-fliken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Importvarning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52344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Inköpskurser blockeras med tydligt felmeddelande om positioner saknas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2783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Förbättrad diff-wizard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27832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Steg 2: exakt Avanza-navigering. Steg 3: prioriterad beslutsgraf istället för platt lista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Bättre nyckeltalskort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703320"/>
            <a:ext cx="8988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Ikoner och pedagogisk förklaringstext per kort på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Nyheter i version 3.12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A5E9"/>
                </a:solidFill>
              </a:rPr>
              <a:t>Inställningar-sektion och förbättrad Kassa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Kontokonfiguration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9844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Lägg till/redigera/ta bort Avanza-konton från UI — ingen kodredigering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Kategori-editor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73736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Ersätter prompt()-dialoger med visuellt inline-formulär (emoji, färg, vikter, signal)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Strategiparametrar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76272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MA200-gränser, nödutgång, ombalansering och koncentrationsrisk — konfigurerbara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Profil &amp;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15184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Redigerbara fält för namn och strategi-titel som används i exporter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Värdepappersfilter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054096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Exkludera VP/konton vid import — redigerbara listor i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9300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Export/import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493008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Flytta hela strategikonfigurationen mellan enheter som JSON-fil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</a:rPr>
              <a:t>Kassa inline-inmatning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31920"/>
            <a:ext cx="88971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</a:rPr>
              <a:t>Alla konton alltid synliga, inmatning direkt per rad — inget separat formulär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Strategiportföljen — Kursmaterial · v3.12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